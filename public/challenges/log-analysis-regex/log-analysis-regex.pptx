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INTRODUCTION TO LOG ANALYSIS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Grep, Sed &amp; Awk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Regex-Powered Log Hunting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2926080" cy="0"/>
          </a:xfrm>
          <a:prstGeom prst="line">
            <a:avLst/>
          </a:prstGeom>
          <a:noFill/>
          <a:ln w="12700">
            <a:solidFill>
              <a:srgbClr val="2226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Attacker Leaves a Trail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are everywhere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SSH, web servers, firewalls, DNS, app servers - if it runs, it logs.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28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to read by hand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busy server can produce millions of lines a day. Nobody scrolls that.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finds the needle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well-built pattern turns a haystack into a handful of suspicious lines.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real job skill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66344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analysts, IR responders, and pentesters all live in the terminal doing exactly this.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TOOLBOX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Commands, Endless Combinations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600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readable text out of binary or garbled data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258568"/>
            <a:ext cx="1088136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31343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text for lines matching a pattern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1088136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266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02666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editor - find/replace, extract with capture groups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685032"/>
            <a:ext cx="1088136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73989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73989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lines into columns, filter and compute on them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4398264"/>
            <a:ext cx="1088136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453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 / sort / uniq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453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columns, order output, collapse duplicates and count them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5111496"/>
            <a:ext cx="10881360" cy="0"/>
          </a:xfrm>
          <a:prstGeom prst="line">
            <a:avLst/>
          </a:prstGeom>
          <a:noFill/>
          <a:ln w="9525">
            <a:solidFill>
              <a:srgbClr val="2226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 -l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5166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lines - great for turning a search into a number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01 // STRINGS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 - Read the Unreadable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runs of printable text from binary files - packet captures, memory dumps, core files. If a log has junk bytes mixed in, this is step one.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EXTRACT TEXT FROM A DUMP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strings memory.dmp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root:x:0:0:root:/root:/bin/bash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session_token=8f2ac91b...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 to 10.0.0.5:4444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every printable sequence of 4+ characters it finds, ignoring everything else.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ONLY SHOW LONGER STRINGS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strings -n 8 capture.bin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login: Fri Mar 13 22:04:11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root@webserver01:~#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-n sets the minimum string length, which filters out short binary noise that happens to look printable.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02 // GREP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- Find the 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every line that matches a pattern. The workhorse of log triage - almost every pipeline starts or ends with grep.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FIND FAILED LOGINS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'Failed password' auth.log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 14 02:13:44 sshd: Failed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 for root from ...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-i ignores case, -v inverts the match (show lines that DON'T match), -c prints a count instead of the lines.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COUNT MATCHES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-c 'AUTH_FAIL' auth.log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-v 'AUTH_OK' auth.log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everything except successes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-c with a specific pattern to instantly know 'how many' without piping to wc.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02 // GREP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-E - Real Regular Expressions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 turns on extended regex: alternation with |, quantifiers like + and {n}, and grouping with ( ). This is where grep stops being 'find a word' and starts being 'find a pattern'.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MATCH SEVERAL PATTERNS AT ONCE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-Ei "union.*select|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1=1|--" access.log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catches 3 different SQLi styles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one pass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 enables |, (), {} without backslash-escaping them; -i keeps it case-insensitive.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ANCHOR TO THE START OF A 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-E '^203\.0\.113\.' access.log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lines that START with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that IP octet range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^ anchors to line start, $ to line end. A literal dot in an IP must be escaped as \. or it matches any character.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03 // 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 - Substitute and Extract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stream editor. s/find/replace/ is the classic use, but sed's real power for log analysis is pulling data out with capture groups.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SUBSTITUTE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'user=jdoe' |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sed 's/user=/USER: /'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jdoe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s/pattern/replacement/ - add a trailing /g to replace every match on the line, not just the first.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PRINT ONLY MATCHING 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sed -n '/AUTH_FAIL/p' auth.log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-n suppresses normal output;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/pattern/p prints only matches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sed acting like grep - useful once you're already mid-pipeline and don't want to add another tool.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03 // 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 -E - Capture Groups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part of a pattern in ( ) and reference it with \1, \2... This is how you pull one field back out of a messy line.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PULL A TAGGED VALUE 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'SEQ=03;PAYLOAD=aGVsbG8='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sed -E 's/.*PAYLOAD=(.*)/\1/'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aGVsbG8=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 enables extended regex so ( ) don't need escaping. Everything the parentheses capture becomes \1.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REORDER TWO CAPTURED FIELDS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'SEQ=03;PAYLOAD=xyz' |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sed -E 's/SEQ=([0-9]+);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PAYLOAD=(.*)/\1 \2/'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xyz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\1 and \2 refer to the first and second parenthesized groups - handy for turning a tag into sortable columns.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04 // AWK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awk - Think in Columns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awk automatically splits each line on whitespace into $1, $2, $3... Once your log has consistent columns, awk is the fastest way to grab just the field you need.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PRINT ONE COLUMN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$4}' auth_events.log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203.0.113.44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88.23.37.208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78.189.70.121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is the whole line, $1 is the first field, $NF is always the LAST field no matter how many there are.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PRINT MULTIPLE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$1, $4}'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auth_events.log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2026-03-14T02:13:44Z 203.0.113.44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fields separated by commas - awk inserts a single space between each one automatically.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04 // AWK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awk - Filter, Then 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{ action } - awk only runs the action on lines where the condition is true. The condition can be a regex match or a column comparison.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REGEX CONDITION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'/AUTH_FAIL/{print $4}'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auth_events.log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prints column 4 on lines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that match AUTH_FAIL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/pattern/ before the { } is a regex condition applied to the whole line ($0).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COLUMN-VALUE CONDITION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'$3=="AUTH_FAIL"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{print $4}' auth_events.log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a specific field ($3 here) is more precise than matching the whole line - it won't accidentally match the word appearing somewhere else.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Chaining With Pipes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power move: pipe the output of one command into the next. cut, sort, uniq -c, and wc -l are the glue that turns raw matches into an answer.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RANK IPs BY FREQUENCY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awk '{print $4}' auth_events.log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sort | uniq -c | sort -rn | head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46 203.0.113.44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2 88.23.37.208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groups duplicates together so uniq -c can count them; the second sort -rn ranks by that count, highest first.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317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TURN A SEARCH INTO A NUMBER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624328"/>
            <a:ext cx="5166360" cy="3273552"/>
          </a:xfrm>
          <a:prstGeom prst="roundRect">
            <a:avLst>
              <a:gd name="adj" fmla="val 2514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788920"/>
            <a:ext cx="470916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'user=jdoe' audit.log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grep 'cmd="ping' | wc -l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97103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-l at the end of any pipeline answers "how many lines matched" - one of the most common questions in log analysis.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Five Real-Looking Logs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0881360" cy="2743200"/>
          </a:xfrm>
          <a:prstGeom prst="roundRect">
            <a:avLst>
              <a:gd name="adj" fmla="val 3000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challenges, ramping from “open the file” to “chain five commands and don't give up.”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is realistic and every answer is verifiable - no trick questions, just regex.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66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a hand when your team has an answer, and an instructor will come check it. We'll break down what worked (and what didn't) as a group.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754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difficulty:  SUPER EASY → EASY → MEDIUM → MEDIUM → HARD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//  CHALLENGE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082735" y="411480"/>
            <a:ext cx="2514600" cy="411480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 EASY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Successful Root Logon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capture has several login attempts mixed into a raw binary dump. Most fail. One succeeds and drops into a shell. Find the frame that shows a SUCCESSFUL root logon - no regex required.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251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frame_capture.bin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teams. Raise a hand when you have an answer, and an instructor will come check it.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//  CHALLENGE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082735" y="411480"/>
            <a:ext cx="2514600" cy="411480"/>
          </a:xfrm>
          <a:prstGeom prst="rect">
            <a:avLst/>
          </a:prstGeom>
          <a:solidFill>
            <a:srgbClr val="8FD1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Flooding IP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firewall log shows a flood of authentication attempts from numerous different IP addresses. One IP is hammering it far harder than the rest. Find that IP's address (column 4).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251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auth_events.log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teams. Raise a hand when you have an answer, and an instructor will come check it.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//  CHALLENGE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082735" y="411480"/>
            <a:ext cx="2514600" cy="411480"/>
          </a:xfrm>
          <a:prstGeom prst="rect">
            <a:avLst/>
          </a:prstGeom>
          <a:solidFill>
            <a:srgbClr val="FEDE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a User's Ping Attempts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command-audit log of everything every user ran. Find out how many separate lines show the user jdoe attempting to ping a server - of any kind, to any target.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251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command_audit.log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teams. Raise a hand when you have an answer, and an instructor will come check it.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//  CHALLENGE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082735" y="411480"/>
            <a:ext cx="2514600" cy="411480"/>
          </a:xfrm>
          <a:prstGeom prst="rect">
            <a:avLst/>
          </a:prstGeom>
          <a:solidFill>
            <a:srgbClr val="FEDE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Unique SQLi Attackers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web server access log. Somewhere in the noise, a handful of IPs are throwing SQL injection payloads at the login and search forms. How many UNIQUE IP addresses are responsible?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251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access.log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teams. Raise a hand when you have an answer, and an instructor will come check it.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 //  CHALLENGE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082735" y="411480"/>
            <a:ext cx="2514600" cy="411480"/>
          </a:xfrm>
          <a:prstGeom prst="rect">
            <a:avLst/>
          </a:prstGeom>
          <a:solidFill>
            <a:srgbClr val="E553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Beacon, Then Decode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0881360" cy="1920240"/>
          </a:xfrm>
          <a:prstGeom prst="roundRect">
            <a:avLst>
              <a:gd name="adj" fmla="val 4286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20 hosts are sending SEQ / PAYLOAD tags hidden across the User-Agent, request path, and Referer fields. Only ONE is a real exfil channel, the rest are decoys with garbage payloads. Figure out which host is real, reassemble its fragments IN ORDER, and decode the hidden message.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10881360" cy="640080"/>
          </a:xfrm>
          <a:prstGeom prst="roundRect">
            <a:avLst>
              <a:gd name="adj" fmla="val 12857"/>
            </a:avLst>
          </a:prstGeom>
          <a:solidFill>
            <a:srgbClr val="0F1116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251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access_exfil.log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teams. Raise a hand when you have an answer, and an instructor will come check it.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Hunt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0881360" cy="3291840"/>
          </a:xfrm>
          <a:prstGeom prst="roundRect">
            <a:avLst>
              <a:gd name="adj" fmla="val 2500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ED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CyLab Security Academy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that you've got grep, sed, and awk in your hands, it's time to put them to work on a full guided challenge from the CyLab Security Academy library.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learn.cylabacademy.org/library/527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your same teams. Ask for a hint before you Google - half the point is building command muscle memory.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These Handy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38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text out of binary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38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68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regex match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09560" y="173736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938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 -E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468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+ capture groups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47472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columns, conditions, math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347472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| uniq -c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frequency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09560" y="3474720"/>
            <a:ext cx="3383280" cy="1463040"/>
          </a:xfrm>
          <a:prstGeom prst="roundRect">
            <a:avLst>
              <a:gd name="adj" fmla="val 5625"/>
            </a:avLst>
          </a:prstGeom>
          <a:solidFill>
            <a:srgbClr val="14171D"/>
          </a:solidFill>
          <a:ln w="12700">
            <a:solidFill>
              <a:srgbClr val="2226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D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 -l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match into a number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printable quick-reference handout is coming once we lock in today's content.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 Cyber Unit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93973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Analysis &amp; Regex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2026-09-17T00:11:05Z</dcterms:created>
  <dcterms:modified xsi:type="dcterms:W3CDTF">2026-09-17T00:11:05Z</dcterms:modified>
</cp:coreProperties>
</file>